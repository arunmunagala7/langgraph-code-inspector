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Multi-Agent Code Understanding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From Generic Templates to Intelligent Code-Specific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❌ All flowcharts were identical generic templates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❌ No distinction between different algorithms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❌ Conditions shown as generic 'IF/CONDITION CHECK'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❌ Operations shown as generic 'Process/Compute'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🔴 Root Cause: LLM prompt contained EXAMPLE template being copied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Intelligent Code-Aware Flowchart Generator v3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Direct Code Parsing (NO LLM for structure)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3-Layer Fallback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Actual Condition Details Extraction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Operation Context Visualization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Triple Sanitization Layer for Compatibility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1. Direct Code Parsing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• Extract functions, loops, conditions,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2. Intelligent Labeling (3-Layer Fallback)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• Layer 1: LLM Analysis | Layer 2: Regex Patterns | Layer 3: Default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3. Build Mermaid Graph with Real 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4. Validate &amp; Render with Auto-Correction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Before vs After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C0000"/>
                </a:solidFill>
              </a:defRPr>
            </a:pPr>
            <a:r>
              <a:t>❌ BEFORE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Generic 'Process/Compute'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Generic 'IF/CONDITION CHECK'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All algorithms identical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Low information value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Cannot distinguish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914400"/>
            <a:ext cx="3840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4C"/>
                </a:solidFill>
              </a:defRPr>
            </a:pPr>
            <a:r>
              <a:t>✅ AFTER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Specific labels like 'Find Two Sum'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Actual conditions: 'arr[mid] == target'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Unique per algorithm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High information value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Each algorithm clearly distinct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Two Sum: 'Find Two Sum' + 'Check- complement in seen'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Bubble Sort: 'Sort Algorithm' + 'Check- arr[j] &gt; arr[j+1]'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Binary Search: 'Search Array' + Multiple conditions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LCS: 'Calculate LCS Table' + Nested loop conditions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Fibonacci: 'Recursive Compute' with recursion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Test Coverage: 6 distinct algorithms | Success Rate: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📊 File Size: 60% reduction (53KB vs 149KB)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🔷 Conditions: Show ACTUAL checks being performed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📦 Operations: Display variable context &amp; assignments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🎯 Uniqueness: Each algorithm has distinct flowchart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Robustness: 3-layer fallback prevents failures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⚡ Performance: &lt;2s generation, &lt;10s end-to-end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Intelligent Labeling: 3-Layer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Layer 1: LLM Analysis (Primary)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→ 'Find Two Sum', 'Sort Algorithm', 'Calculate LCS Table'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Layer 2: Regex Patterns (Fallback 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→ 'Swap/Update', 'Accumulate/Add', 'Recursive Compute'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Layer 3: Safe Default (Fallback 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→ 'Process/Compute' (always succeeds)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Actual Condition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BEFORE: cond_3{"IF/CONDITION CHECK"}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AFTER Examples: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cond_2{"Check- arr[mid] == target"}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cond_3{"Check- arr[mid] &lt; target"}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cond_2{"Check- complement in seen"}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cond_3{"Check- arr[j] &gt; arr[j + 1]"}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Operation Context &amp;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BEFORE: process_4["Process/Compute"]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AFTER Examples: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process_4["Find Two Sum (seen = [])"]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process_4["Sort Algorithm (n = len(arr))"]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process_5["Search Array (left, right = 0...)"]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Includes actual variable assignments!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Orchestration: LangGraph 1.0.4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AI Engine: OpenAI GPT-4o-mini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Visualization: Mermaid.js 11.12.0 + mmdc CLI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Web UI: Gradio 6.0.2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Language: Python 3.11+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Database: None (lightweight JSON only)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Automatic Validation &amp; Error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1. Generate Mermaid syntax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2. Validate with mmdc (15s timeout)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If Invalid: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LLM analyzes error message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Attempts up to 3 automatic fixes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• Re-validates after each fix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Success Rate: &gt;95% | Fallback: matplotlib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Gradio Web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📝 Paste code or select from 10 test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🔄 Real-time analysis with progress indicators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📊 Tabbed results: Explanations | Analysis | Quality | Flowchart | Call Graph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💾 Download diagrams (.png and .mmd files)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🎨 Toggle between Mermaid and Matplotlib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Access: python app.py → http://localhost:7860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🌍 Multi-language support (JavaScript, Java, C++)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🔍 Advanced condition parsing (complex expressions)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⚡ Loop optimization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📈 Complexity visualization on flowchart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🎯 Interactive clickable nodes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🔀 Side-by-side algorithm comparison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📊 Performance profiling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Quick Start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1. git clone https://github.com/ArunMunagala7/langgraph-code-inspector.git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2. cd langgraph-code-inspector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3. python3 -m venv .venv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4. source .venv/bin/activate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5. pip install -r requirements.txt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6. cp .env.example .env  # Add OpenAI API key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7. python app.py  # Open http://localhost:7860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Production Ready • GitHub: ArunMunagala7/langgraph-code-inspector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